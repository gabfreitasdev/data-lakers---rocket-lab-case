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EB774-4A6A-477A-8157-D383CFA1CE64}" v="5" dt="2025-11-28T01:55:26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Lima" userId="2ad2c42e8fd46668" providerId="LiveId" clId="{18A8829A-D1EA-43DB-8950-ABC9A6C27B44}"/>
    <pc:docChg chg="addSld delSld modSld">
      <pc:chgData name="Amanda Lima" userId="2ad2c42e8fd46668" providerId="LiveId" clId="{18A8829A-D1EA-43DB-8950-ABC9A6C27B44}" dt="2025-11-28T01:56:07.123" v="3" actId="47"/>
      <pc:docMkLst>
        <pc:docMk/>
      </pc:docMkLst>
      <pc:sldChg chg="modSp del mod">
        <pc:chgData name="Amanda Lima" userId="2ad2c42e8fd46668" providerId="LiveId" clId="{18A8829A-D1EA-43DB-8950-ABC9A6C27B44}" dt="2025-11-28T01:56:07.123" v="3" actId="47"/>
        <pc:sldMkLst>
          <pc:docMk/>
          <pc:sldMk cId="1571547565" sldId="259"/>
        </pc:sldMkLst>
        <pc:graphicFrameChg chg="mod">
          <ac:chgData name="Amanda Lima" userId="2ad2c42e8fd46668" providerId="LiveId" clId="{18A8829A-D1EA-43DB-8950-ABC9A6C27B44}" dt="2025-11-28T01:52:14.923" v="0" actId="14100"/>
          <ac:graphicFrameMkLst>
            <pc:docMk/>
            <pc:sldMk cId="1571547565" sldId="259"/>
            <ac:graphicFrameMk id="2" creationId="{1101CDA1-9A86-5889-700A-02AB09C786EB}"/>
          </ac:graphicFrameMkLst>
        </pc:graphicFrameChg>
      </pc:sldChg>
      <pc:sldChg chg="addSp modSp new">
        <pc:chgData name="Amanda Lima" userId="2ad2c42e8fd46668" providerId="LiveId" clId="{18A8829A-D1EA-43DB-8950-ABC9A6C27B44}" dt="2025-11-28T01:55:26.173" v="2" actId="931"/>
        <pc:sldMkLst>
          <pc:docMk/>
          <pc:sldMk cId="175754023" sldId="260"/>
        </pc:sldMkLst>
        <pc:picChg chg="add mod">
          <ac:chgData name="Amanda Lima" userId="2ad2c42e8fd46668" providerId="LiveId" clId="{18A8829A-D1EA-43DB-8950-ABC9A6C27B44}" dt="2025-11-28T01:55:26.173" v="2" actId="931"/>
          <ac:picMkLst>
            <pc:docMk/>
            <pc:sldMk cId="175754023" sldId="260"/>
            <ac:picMk id="3" creationId="{CAB39AC9-1C95-427A-E2D4-2B0C448E6A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673EE-DFFD-0652-19CF-793369B1B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C85E29-BF4A-0E23-3159-3D5936241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661F70-7AB9-511C-3FC7-BB901EF2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CB4E8A-169E-96A8-8107-198BC451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6F359A-14E3-EBFD-1438-8880FFE5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04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26543-1DC5-84FC-8E1A-9C4FAC0F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76104E-CAF4-81B6-A16F-E5DE4AD6B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DC4D61-FFF8-267B-FB6B-E99FB3D4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A766BF-7C90-2A4C-B55D-86A151AD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88D8A-62CA-0CE4-A9AC-A0380869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39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63862-9F0E-7E9A-D6EE-2385F63D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A0D3AD-936B-2079-A1F9-A58E0DC2E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41687A-A2E8-D881-A19B-0BEFFAF8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07E139-1FFE-89EA-B6A8-95175A8F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7763C1-6D61-764D-B926-7868513C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28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B0597-E98A-3CF0-5696-AE24F11B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1B9B7C-16D5-7AB9-8288-A1DFE6662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40340E-D754-8B00-EFAB-9CF9D6943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A919E5-4310-2956-CDC3-FAE84896B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456329-9B05-4A1E-95DA-C3D64FD0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0901A2-0803-052E-CDCB-FE5B2DE9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61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48FE5-0F64-647D-349C-E494821B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BB9494-671A-F620-E623-0D233F37F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C81BEB-3C37-E816-9CC2-659521433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2B54C0-A1E7-151F-F649-7CE76406C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668DF1-046A-0FE1-7E8A-C924B9A92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C0E892-4083-84A1-E0E1-2D276FFC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EEA156-93EB-0933-A44C-AD4A3669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43E6C4D-D53F-11DD-3E52-4AABDEED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3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B7BBC-7083-EC49-51FE-7746544B8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80ABFB-2C89-A9C9-B27C-A3D51133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97D4C8-59A8-05A5-32EB-5D75C67B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C588B7-4F53-5EA5-2DC6-A590A1D4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98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B1A5C2-4A8A-AFCB-E40A-3F5BDF50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9E58A2-C948-3FA4-6031-D6563867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4BE321-A084-4E45-0AD7-F38D6C0D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23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D28DC-29D4-F89D-769B-0FCBBFF0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BEA87-CC41-51FB-15FB-BF318B47E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3639D1-9698-FD14-2CC3-6B5CBAC0C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AE73FE-81C9-5157-05F4-DF4FDE0D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852295-BB33-730A-DB44-1B457BB8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8C9FB4-E6B2-A6CD-0A78-74BA7017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99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5B637-9F98-0F64-16D1-1364A81D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B2CECE-ABC7-0F76-DEF1-106F248B23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69E950-BD39-05F3-4FFF-F763C4E3B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E26E44-8B35-8E28-C3DB-EB8CF1FC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D17704-1C8F-074A-7569-199ABFBBD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F740F0-D1EB-EDA7-FD24-AD619F7B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36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7CAE3-7BC6-0DC5-7483-F833CB60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261AE3-A8AF-95DC-3C3E-F9B73CA63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996E00-C5DA-452C-D9A5-05B6B095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9035E4-B2E6-2F71-D224-E7FC6CB9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767491-74F1-9B04-DB74-D00ECF1E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80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CB7ED9-2611-4E17-1D04-9A7A8B07F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1EF78D-77BF-1701-6F9F-C7E320D90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0BA8CA-4624-56D8-C58F-0D685C2C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0B93A1-77DC-90BD-8EC3-3C59678C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488DE8-621A-8DA7-09A3-306E7E44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39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98B01F-B6F3-DFA4-2CB0-4A35B527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271E3-9AEA-27C0-E76A-B305C4D58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D6EBEE-B154-599E-9E87-D6D99D909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0F65E-5981-43B8-8501-9DC3E8B36D4C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AD1C4A-026E-9FCB-C4E6-608AC218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39688-5E11-0890-AEC4-CAE07F8B4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1F39B-E865-4E7C-B7FA-A5DAFFAFF9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70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Relationship Id="rId4" Type="http://schemas.microsoft.com/office/2011/relationships/webextension" Target="../webextensions/webextension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10734-C310-27D8-DF23-02679FE7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629EC885-E729-797F-7D20-F51A54A8293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629EC885-E729-797F-7D20-F51A54A829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Suplemento 4" title="Microsoft Power BI">
                <a:extLst>
                  <a:ext uri="{FF2B5EF4-FFF2-40B4-BE49-F238E27FC236}">
                    <a16:creationId xmlns:a16="http://schemas.microsoft.com/office/drawing/2014/main" id="{F99CD0EC-3E83-CE21-96C9-EC7D4E79EF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2191524"/>
                  </p:ext>
                </p:extLst>
              </p:nvPr>
            </p:nvGraphicFramePr>
            <p:xfrm>
              <a:off x="-589935" y="0"/>
              <a:ext cx="13086735" cy="693174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5" name="Suplemento 4" title="Microsoft Power BI">
                <a:extLst>
                  <a:ext uri="{FF2B5EF4-FFF2-40B4-BE49-F238E27FC236}">
                    <a16:creationId xmlns:a16="http://schemas.microsoft.com/office/drawing/2014/main" id="{F99CD0EC-3E83-CE21-96C9-EC7D4E79EF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89935" y="0"/>
                <a:ext cx="13086735" cy="69317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824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F90BB-2032-7590-C6B1-B3E352BE7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65B46DC1-22C2-1125-7B0D-7C7FA42B5E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42646022"/>
                  </p:ext>
                </p:extLst>
              </p:nvPr>
            </p:nvGraphicFramePr>
            <p:xfrm>
              <a:off x="-98323" y="-334298"/>
              <a:ext cx="12427975" cy="743318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65B46DC1-22C2-1125-7B0D-7C7FA42B5E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8323" y="-334298"/>
                <a:ext cx="12427975" cy="74331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585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AB39AC9-1C95-427A-E2D4-2B0C448E6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4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90873FE6-99D7-468C-9AD3-25109E1F7036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5EF3DFAE-37C8-43AF-8B0C-72F12AAA8BF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123FB8C-30A2-4F84-9A72-8C7C97D0A9A1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5EF3DFAE-37C8-43AF-8B0C-72F12AAA8BFB&quot;"/>
    <we:property name="embedUrl" value="&quot;/reportEmbed?reportId=fd6aac62-e5c7-4402-9424-f0f22206504e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ZzW7bOBB+lUCXXowFSZGU1FubtkCBbTfbFN1DERhDcuSokCWvRKXJBn6YPe5z9MV29OM0iR3bcdus265OEjkcznzzccihLgOX1bMcLl7DFIPHwcvCZRZcWR3wYBQUfSNKASghjUIGLo5tLBlQbznzWVnUwePLwEM1Qf8uqxvIW03U+P5kFECeH8Gk/Uohr3EUzLCqywLy7C/shanLVw3ORwGez/KyglblsQePrdozEqdvMoH/EtKMYH12hsdofd8qEh3xhItYSy2SJGaRRhKre4HOspUirepu+sOy8JAVNE3bZiMdOi4lNzEjVxOmJG/b66yY5IPBn8e+vZi14GRT8rBFw3ygaVs98zm5YyMOxvBQGJShclxw5dqxaZb7YTpz8fx8VhFShF+v65D8npQVRSAPOkQqrHsALoPDMm+m3dvzG+3HZVNZfINp11X4zF+QJpdNx9OS0CqD1pqjqiToux47zAFdx2n58bBCaiLj2Hx0ZckTdwaFpdbbZrxCqJsKt7Uj9WN7ClNiVD2mWYhdUyz8klF1OYVxhZOs9lVZr7DshFrWhsGVReMPT6HyN2NBH5XD6ulFh/OzrFqQR4xuOfBAns1PFjwmqQ/XmDoEvzf0W0T7pCOmVEyiRqm14ai1g0jxByamBUoBty0tCJF8Ccl7sqDOM4vVDQYEU6Tc1L448NA5NetnzbDvL13XjZ3Pl8GvGeHQ634HedOqffSMRrjyY/Eo6DDM6pcF5Say6hjzPoSvNmtpE107vqNAvRi4wiKiSmb9cedoP8EGzV12HVS39q3kVydc78iurUPWk4wlzgK4xGnGmNVGWPbQ2c/jdLa0HIpyiuN2e9ojbj2FOrOPvldibIK55wPHCKSIuZYqDgWicVG8kQ/f3R5koXJD177vQa1ETOehMI1Qg6LYJMaB2LxIHzgoHb2ISi4rxzVOvnR/2NcIrXezD5fQiVIyov2bS8EZiyMb7lu4DpvalwfTT/+QIwc/aKzW+NgHClkECdeYKIdWKDr8R+x7OWFtUQE8mUwol4AfPp9/galbIm5bxJcEXjTFEHi2A7vSpihwZ2btJQbfqrK459nP6ESkHKjAsAmGlgFV0vuWp46Qxhae6HDwBusyP8vcD5Wj7vBv2EiEtVynzkoWqgitTRhsDNDbcvaafOxlulPj4m6GXHpRldNOeLhFqhvzZ4NEuNveHi866P33xcs6TS0hVpW5o6CPQJexBtn0uuxdQH0eSKtlcYbedln0H51ZK0+8Qwk+urIow5xEaabfHiyxXNmY7phCKNLBY9Ut5R4qcQ3jzfEgDX+cYsvoDlWaa+HMy1um36Pk2BL4znwwOd6t4IqaQ1H0ra7Zbtr1026zBqovupTbSxQe9grvFsO7hZm4WIWJZcpqGTHDhGH67hQ+XOOnwLSNQgcRkxgmCjQaisvKA+h2ef7sejY4y/Dj2JezwdZ6nE1nhNJ2ueF16ZeR+hoJ42wpvhVNajMHDvuEcXX98X7lFUrR5O3h5+TkqySMO0Faa+Xe3FX91Pegu8VuWLCKx6GMIKS6PVbAQSXdgl0fxVOYrfi1RAvfxCnn0jgVamMlT8KNuu74TQWpTdP2uO4YSi1smCSwUZfHc2/K82VtaQyg00Q6oSzETCnJza5eytAknJ5YxFRGKwTFdkZMS2tjsKQyckyBEcM/j10QEyxJtLI8URGzkeGOWdy38uawrdgObDk9ePXp73NypK8CGqLtzimlLXWW0YiFjBKZOCeSEENORV9/17FWFXSL8WnjPfm6TEngUsRMhy6OtFTSgtkcrPUqRWhkS3ObKONiYNzZaNf4M1QRD5WIaSe1mhumnN1VlxXGSRSREXEstDaM42YufeWbojwjBuFtBqWQncMYPaz+Ufz/BvRfbEDbx6s/rMxXw182vqaNC4+gwBVOk3tQOHT3cnU+/xcUAATxSiIAAA==&quot;"/>
    <we:property name="datasetId" value="&quot;c33e593d-b572-4378-aa9e-1202b9cd68cd&quot;"/>
    <we:property name="pageName" value="&quot;2967191286462998076e&quot;"/>
    <we:property name="reportUrl" value="&quot;/links/ZpWUHhiYob?ctid=e2f77d00-0163-4cf6-92b0-484baff9df7d&amp;bookmarkGuid=e937ee4a-2f1b-4577-a20b-16dc9a0adab7&quot;"/>
    <we:property name="reportName" value="&quot;data_lakers_case&quot;"/>
    <we:property name="reportState" value="&quot;CONNECTED&quot;"/>
    <we:property name="pageDisplayName" value="&quot;Custos&quot;"/>
    <we:property name="backgroundColor" value="&quot;#0B111E&quot;"/>
    <we:property name="initialStateBookmark" value="&quot;H4sIAAAAAAAAA+1ZzW7bOBB+lUCXXowFSYmU1FuSpkDRTZptiu6hCIwhOXJU6McrUWmyQR6mx32OvtiOfpwmsWO7bpt12/XBkMjhcOabj0MOdeXZtJ5mcHkEOXpPvReFTQ3Ystrh3sgr+sa9V69eHu6+fjk+2j08oOZy6tKyqL2nV56DaoLubVo3kLUqqPHd6ciDLDuGSfuWQFbjyJtiVZcFZOnf2AtTl6savB55eDHNygpalScOHLZqz0mc3mlu/ptPM4Jx6TmeoHF9q4hVyGMuIhUoEccRCxWSWN0LdJYtFGlVd9Pvl4WDtKBp2jYTKt/yIOA6Yj6DmMmAt+11WkyyweDPY99cTltU0pw8bNHQ72naVs/1NbljQg5ac19oDHxpueDStmOTNHPDdPry4GJaEVKEX69rn/yelBVBn3kdIhXWPQBX3n6ZNXn3dHCn/aRsKoOvMem6Cpe6S9Jk03ycl4RW6bXWHFclQd/1mGEO6DrOyg/7FVITGceuRzeW7NpzKAy13jfjEKFuKlzXjsSNzRnkRKV6TLMQrXIs3JxRdZnDuMJJWruqrBdYdkotS8Ngy6Jx+2dQubuxoJfKYrV32eH8LK1m5BGjew48kmfXpzMek9T7W0wdgt8b+j2ifdoRM5AsQIWBUpqjUhZCyR+ZmAYoBdy3tCBEsjkkv5AFdZYarO4wwMuRclP7YMFB59S0nzXFvr+0XTd2Pl95v6eEQ6/7LWRNq/bJMxphyw/FE6/DMK1fFJSbyKoTzPoQHq7W0ia6dnxHgXo2cIFFRJXUuJPO0X6CFZq77Dqobu1byK9OuN6QXWuHrCcZi60BsLFVjDGjtDDssbOfw3w6txyKMsdxuz1tEbf2oE7Nkx+VGKtg7vnAMYRARFwFMvIForZhtJIPP9weZKCyQ9e270GtRETnIT8JUYGk2MTagli9SB85KB29iEo2Lcc1Tr52f9jWCC13sw+XULGUQUj7Nw8EZywKjb9t4dpvalfu5J/+IUd2ftJYLfGxDxSyEGKuMJYWjZB0+A/Zj3LCWqMC2J1MKJeAG14PvsLUNRE3LeJzAs+bYgg824BdSVMUuDGzthKD71VZfOHZT6tYJByowDAx+oYBVdLblqeOkcYWjuiw8xrrMjtP7U+Vox7wb9hIhDFcJdYEzJchGhMzWBmgN+X0iHzsZbpT4+xuhlx6XpV5JzxcH9WN/qtBItx9b09mHfT8x+xhmaaWEIvK3JHXR6DLWINsclv2IaA+D6TVMjtDr7ss+pfOrIUn3qEEH91YlGJGojTTq0dLLDc2JhumEIq091R2S7mHStzCeHU8SMOfZ9gyukOV5po58+Ke6V9QcqwJfGc+6AwfVnBDzaEo+l7XbHft+mW3WQ3VV13KbSUKj3uFd4/h3cKMbST92DBpVBAyzYRm6uEUPtzfJ8CUCX0LIQvQjyUo1BSXhQfQ9fL8+e1scJ7ih7Erp4Ot9TjNp4TSernhqHTzSH2LhHE+F9+KJjWpBYt9wri5/ni38AqlaLL28HN6+k0SxoMgLbVya+6qful70M1iNyxYySM/CMGnuj2SwEHG3YJdHsUzmC74tEQLX0cJ54G20lfaBDz2V+p64DMVJCZJ2uO6ZRgoYfw4hpW6HF44XV7Ma0siAJXEgRXSQMSkDLje1MvA1zGnXyQiKqMlgmQbI6YCYyIwpDK0TIIWwzePTRATLI6VNDyWITOh5pYZ3LbyZr+t2HZMme8cfvp4QY70VUBDtN04pbSlzjwakQjCOIitFbGPPqeir7/rWKoKusW41zhHvs5TEnggIqZ8G4UqkIEBvTpYy1UKXwctzU0stY2AcWvCTePPUIbclyKindQorpm0ZlNdRmgboAi1iCKhlGYcV3PpG98UZSkxCO8zKIH0AsboYPGH4v83oP9iA1o/Xv1h5Xox/GXjatq48BgKXOA0uQeFRbuuq6M28ulQdK2Hevv3L03XY1lzIgAA&quot;"/>
    <we:property name="isFiltersActionButtonVisible" value="true"/>
    <we:property name="isVisualContainerHeaderHidden" value="false"/>
    <we:property name="reportEmbeddedTime" value="&quot;2025-11-28T01:47:10.540Z&quot;"/>
    <we:property name="creatorTenantId" value="&quot;e2f77d00-0163-4cf6-92b0-484baff9df7d&quot;"/>
    <we:property name="creatorUserId" value="&quot;10032001D4B3EA9C&quot;"/>
    <we:property name="creatorSessionId" value="&quot;4e6e59f5-f6a4-4dfb-b53a-37ba3c600944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D6119C9-F17E-4907-817C-0B72E720D663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5EF3DFAE-37C8-43AF-8B0C-72F12AAA8BFB&quot;"/>
    <we:property name="embedUrl" value="&quot;/reportEmbed?reportId=fd6aac62-e5c7-4402-9424-f0f22206504e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Z3W7bNhR+lUA33QBjoEiJEnPXpilQoO26peguCiM4JI8cFfrxJLlNGvgR9iB7jr7Yjii5SWwnVpy684bcJBYPeXj4nY/nR7r0bFpPM7h4Azl6h97LwqYGbFkd+N7IK7pBKyIeMiGs0UwoHgrUrbScNmlZ1N7hpddANcHmfVrPIGs10eCH8ciDLHsLk/YpgazGkTfFqi4LyNIv2E0mUVPNcD7y8HyalRW0Kk8aaLBV+4mm0zOZ4P8iaEcwTfoJT9A03agVgUx8FfoGTYzGGsaRptXdBGfZ2imtarf9UVk0kBa0TTumQWppIQqACT9mCsFn7XiSZs1iysXx+bSi09GZL6YtOE/tJygMWs8docK6s/jSe41Qzyq32fENwUk5qwz+jokTFU3aXJCepDk1Z5AT9vUpHZ/8kGPRlN6csHlblYScm1aXOZxWOEnrpiprJz0rPx9VSGusd8jmo2+WHdHQpKzIn9mKcUdlNsuLobaRLad5SdivmGP6PWCNJWMaqdNikvW+voL9XWegyWY1AYv2GVRHZ1A1Lan0R/JeizWtLiuL1bMLB/fztFr4nY+WrP5BUM/HCwrSrI/XSNYj3Rm6C2jH81YIvtJJLK0GoayMjTKx2sjP78sCA3R7ly0tCJFsBcl7kqHOUoPVDQZ4OVJYcbcYGnCHmna7ptjJS+vE6M586b1KCYdO93vIZq3aJ89phS0/F088h2FavyworJBVJ5h1Lny9WUsbo9r1jgL1YuEai4gqqWlO3EG7DTZodoGxV+18vI5fbnK9JbsGu6wjmY6VEcIwIRGVlALQj340ybKUTMJlmxNIz+EUKddsF24eGbYrhg3yV0evBIQxcSK1ENoPmbEiltvn2KeTCQVoaPrH4wcQb2BSKMoGVuQvZkXvLn+bNAiV7UVb5r99hKEjGwtYFOuk/cepqgq4tHtXUr3DfFoe5F//tml5gDUNw095Wvy8VUnzYF/+8DN2jopVJLgxLBJhpDFmfozxXjvq2rz/t7fWHLRzmRFGm8AKHYUxgxCslf5+ZOq2aIbyhvS2JmXf2qeNnMlhukyWXfQEQ5Hts2rix5rzABlKZZXhKghWqNC1+DQoAhNKyZimqCwg8APt2oi+218rHi389a6cvqGnTrGrHBY9Ot2NF1WZu/P2bxPqmf5zhoTB8rU5WQjo92+LH3dpavlxAx/nY4fByOs841jVT0+uT7+NGlcLqeRalFJDndU9OMtWUmOO18wj4cKoFDOaTZv9+l2jyzdTkmVTmjaOnOZIYeS0xsnSxWgtIXd6h8JxqAODX0NxEOik5I8zbI100JH+RRnycgnDe5SXw9F1hwCd4e06vrGwr4EfHvau73+3dcvhpW2wrmJyf+PaC+cza01Ed5graakqvrpxNyP2sIu3l55b13KOrjqPD+u7qzdf/3p//OqAt93VeLxzBw54lfGvJa/vX//s9wu4zWXQbnLvvdjRJWDjMxlYHoaCgdIKuDSurb0T/jSHCd6E3DXoXEvDQTMFsYgAOQ/VtrpszKWi8tDETNNfHYLAjboaPG90eb6qLZYJ0ybiFpQBFMgY1xu11WcwXWNZzJhvBE8YamWjmEVM+NvqCk0Qom/aTxRhoLSVVAtv1AWOL89mTUN8WFEpkcVkohA8aqNyFBi22Ql3q6TmVwbCD2NtuFFKiVBujZ6JBFlnIWDSIHJkCqNtORJEPI51yEKUQmj0rWCb0btFVwgqUqH1I+2HGNI5LV/t9x8L0cdC9LEQfSxE/5OFqP9YiO5xIbpjD+xRxQmUXxFZEGkAE1PxyXxcybS7ffvnovrayGNToDifQ7HuQ90A2u7jB417kzpLC7wPmf2Hk3mgR3ZF44Hbj13+m6//EFvOmnoKBt9CgWs+fxJPgK6K7X8P++g5n/8DhZIerugkAAA=&quot;"/>
    <we:property name="datasetId" value="&quot;c33e593d-b572-4378-aa9e-1202b9cd68cd&quot;"/>
    <we:property name="pageName" value="&quot;d346f1951cec8ecdc02e&quot;"/>
    <we:property name="reportUrl" value="&quot;/links/ZpWUHhiYob?ctid=e2f77d00-0163-4cf6-92b0-484baff9df7d&amp;bookmarkGuid=ef46729d-37d9-4a7d-b0a2-b2ca0c3132bb&quot;"/>
    <we:property name="reportName" value="&quot;data_lakers_case&quot;"/>
    <we:property name="reportState" value="&quot;CONNECTED&quot;"/>
    <we:property name="pageDisplayName" value="&quot;Equipe Atendimento&quot;"/>
    <we:property name="backgroundColor" value="&quot;#0B111E&quot;"/>
    <we:property name="initialStateBookmark" value="&quot;H4sIAAAAAAAAA+1Z227bOBD9lUAv3QWMBSVKlJi3JE2Bok3abYruQ2EYQ3LkqNDFK8lt0iCfsB+y39Ef2xEl52I7seLEXe8iL7bEoYbDM4dzkS4ck1STFM6PIUNn13mdm0SDKcod1xk4eTu4/+7dm6O9D29Gx3tHhzRcTOqkyCtn98KpoRxj/SmpppA2Kmjw83DgQJq+h3FzF0Na4cCZYFkVOaTJd2wnk6gup3g5cPBskhYlNCpPaqixUfuVptM9re3+xmlF0HXyFU9Q1+2o4b6IXRm4GnWE2mjmIU2r2gnWsqVTGtV2+YMiryHJaZlmTIFQwkDoA+NuxCSCy5rxOEnr2ZTzw7NJSbujPZ9PGlT2zFfINRrHbqHEqrX4wjlCqKalXezwluCkmJYaP2BsRXmd1OekJ65H+hQyAr0a0fbJARnmdeFcEjbvy4KQs9OqIoNRieOkqsuistLT4ttBifSMcXbZ5eDKsgMaGhclOTJdMO6gSKdZ3tc2smWUFYT9gjm6WwOWWDKkkSrJx2nn62vYP7YG6nRaEbBo9qE8OIWybkilvpD3Gqzp6aI0WO6fW7hfJuXM795gzuqfBPXlcEZBmvXlBsk6pFtDNwHt8LIRgitVHAmjgEsjIi11JFfy82lZoIFO77ylOSGSLiD5QDJUaaKxvMUAJ0MKK/YUQw12U5N21QRbeWGsGO2eL5y3CeHQ6v4E6bRR++IlPWGKb/kLx2KYVK9zCitk1QmmrQuPVmtpYlTzvKVANXtwiUVElUTXJ3aj7QIrNNvA2Km2Pl7GLzu5WpNdvV3WkkxFUnOuGReIUggO6IY/m2RpQibhvM0xJGcwQso164WbZ4ZtimG9/NXSKwaudRQLxblyA6YNj8T6OXZvPKYADXV3e/gI4vVMCnlRw4L81TTv3OWukwahNJ1ozfy3jTC0ZGM+CyMVN38eVVW+J8zWlVQfMZsUO9mPv01S7GBFw/BLluS/rlXSPNqXP32PraMiGXJPaxbyIFQYMTfCaKsddWPe/9tbSzbaukxzrbRvuAqDiEEAxgh3OzJ1UzRDcUt6V5Oybe3TSs5kMJknyyZ6gr7Idlk1diPleT4yFNJI7UnfX6BC29vTIPd1IARjiqIyB9/1lW0jujZ/qXgw89fHYnJMd61iWznMenQ6G6/KIrP77V4jVFP15xQJg/ljczIT0PXvs4v7NDX8uIWP9bHFYOC0nrGs6qbHN6ffRY3rB6nkmpVSfZ3V3ljLFlJjhjfMI+HMqARTmk2LvXvS6HJlSjxvSt3EkVGGFEZGFY7nDkZjCbnT2eWWQy0Y3g0Ue4FOSv44xcZICx3pn5Uhr+cwfEB52R9duwlQKd6t44qFXQ38+LB3c/37rZsPL02DdR2TuxPXHDiXGaNDOsOeFIaq4usTdzti9zt4W+m5ZS3n4Lrz+Ly8uzr+8denw7c7XtNdDYcbd2CPVxn/WvJ6+vpnu1/ArS6DNpN7H8SONgFrlwnfeEHAGUglwRPatrX3wp9kMMbbkNsG3VNCe6CYhIiHgJ4XyHV1mcgTkspDHTFFvyoAjit11XhWq+JsUVskYqZ06BmQGpAjY55aqa06hckSyyLGXM29mKGSJoxYyLi7rq5A+wG6mnFuAl8qI6gWXqkLLF/2p3VNfFhQKZBFZCLnXthE5dDXbLUT7ldJza/wuRtESntaSskDsTZ6OuRknQGfCY3oIZMYrssRP/SiSAUsQMG5Qtdwthq9O3QFIEMZGDdUboAB7dN4i/3+cyH6XIg+F6LPheh/shB1nwvRLS5EN+yBLao4gfIrIvNDBaAjKj6ZiwuZdrNv/2xUXxp5TAIU5zPIl32o60Hbbfyg8WBSp0mODyGz+3gy9/TIpmjcc/mhzX+Xyz/EFtO6moDG95Djks+fxBOgo2K665UfPQeNT5IuLff7/tr8/AMeFwfTESUAAA==&quot;"/>
    <we:property name="isFiltersActionButtonVisible" value="true"/>
    <we:property name="isVisualContainerHeaderHidden" value="false"/>
    <we:property name="reportEmbeddedTime" value="&quot;2025-11-28T01:48:37.371Z&quot;"/>
    <we:property name="creatorTenantId" value="&quot;e2f77d00-0163-4cf6-92b0-484baff9df7d&quot;"/>
    <we:property name="creatorUserId" value="&quot;10032001D4B3EA9C&quot;"/>
    <we:property name="creatorSessionId" value="&quot;98c94ced-2a05-4392-bb99-137afa838a04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Lima</dc:creator>
  <cp:lastModifiedBy>Amanda Lima</cp:lastModifiedBy>
  <cp:revision>1</cp:revision>
  <dcterms:created xsi:type="dcterms:W3CDTF">2025-11-28T01:38:16Z</dcterms:created>
  <dcterms:modified xsi:type="dcterms:W3CDTF">2025-11-28T01:56:11Z</dcterms:modified>
</cp:coreProperties>
</file>